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01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da Inteligência Artificial no Ensino Técnico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347472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Silva | Maria Souza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ETEC Prof. André Bogasian | Orientador: Prof. Maurício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inteligência artificial (IA) tem transformado diversos setores da sociedade, incluindo a educação. Este trabalho investiga como ferramentas de IA podem ser incorporadas ao ensino técnico de nível médio, analisando benefícios, desafios e implicações pedagógicas.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0" y="6217920"/>
            <a:ext cx="1216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Analisar o impacto da IA no ensino técnico. Identificar ferramentas de IA aplicáveis à sala de aula. Propor um guia de boas práticas para professores. Avaliar a percepção dos alunos sobre o uso de IA.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0" y="6217920"/>
            <a:ext cx="1216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72591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exploratória e descritiva, com abordagem quali-quantitativa. A coleta de dados foi realizada por meio de questionários aplicados a 120 alunos e 15 professores da ETEC, entre março e junho de 2025.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0" y="6217920"/>
            <a:ext cx="1216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2026-06-21T01:23:31Z</dcterms:created>
  <dcterms:modified xsi:type="dcterms:W3CDTF">2026-06-21T01:23:31Z</dcterms:modified>
</cp:coreProperties>
</file>